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🤖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JobBot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for Your Tech Career in LATAM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search automation: matching 90%+ compatible opportunities while you sleep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566928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5669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$350K SEED 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jobbot.ar | investors@jobbot.ar |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Searching is Broken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Wasted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hours weekly browsing job boards manually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Brutal Odds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applications for 1 interview (juniors face 2,000:1 ratios)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Zero Visibility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application status or feedback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Global Competition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revolution = competing with developers worldwide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4754880"/>
            <a:ext cx="54864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15M+ Tech Workers in LATAM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2880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25% YoY | Remote work adoption +300% since 2020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JobBot = Your Job Search Autopilot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CV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analyzes your CV and scores every job 0-100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Aggregation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+ 5 APIs monitored 24/7 in real-time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Alerts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notified for 90+ match score opportunities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6928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Tracking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4114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management from search to offer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job search automated • 34% match rate vs 8% industry average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&amp; Growing 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TAM: $2.4B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HR Tech Market by 2027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HRIS, payroll, benefits platforms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SAM: $180M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Developer-Focused Job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boards, ATS, sourcing tools, career platforms for tech workers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SOM: $12M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in 3 Years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market share via LATAM expansion + B2B recruiter 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1.2M Developers in LATAM (growing 25% YoY)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v4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pages, dark mode, real-time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Telegram 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alerts, CV analysis, company intel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2,400+ active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72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rate limiting, 2,810 test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4572000"/>
            <a:ext cx="3931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4846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Stack: Groq + Llama 3.3 70B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5303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response • 85% match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https://jobbot.ar/demo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organic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$2,400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45,000+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Analyzed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Rate: 34% (Industry avg: 8%)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4114800"/>
            <a:ext cx="384048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Retention: 68%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5120640"/>
            <a:ext cx="64008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5120640"/>
            <a:ext cx="4352544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Launched: March 2024  •  💰 First Revenue: December 2024  •  🌍 Expansion: Q2 2026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6309360"/>
            <a:ext cx="73152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309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"JobBot found me 3 interviews in 2 weeks after 6 months of searching manually" — Developer, Buenos Aires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920240" cy="3200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jobs/mo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search, manual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92024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jobs/mo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2004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matching, Telegram bot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$19/mo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jobs/mo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company intel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371600"/>
            <a:ext cx="1920240" cy="3200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$39/mo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jobs/mo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2004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AI interview coach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Organic-heavy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74320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avg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15x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84632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ratio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4944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standard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B2B Revenue: Recruiter Dashboard launching Q3 2026 ($99/mo)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6032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Focus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Deep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Llama 3.3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sources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Pricing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6032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4617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ARS/USD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1206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Coach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6032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5257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Our Moat: (1) LATAM-first data &amp; relationships, (2) AI trained on regional job market, (3) Multi-platform presence (Telegram + Web)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Nacho (PISCU)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10+ years full-stack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3 startups (1 exit to enterprise)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LATAM market knowledge &amp;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4846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Technical: Python, Node.js, AI/ML, DevOps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71600" y="5486400"/>
            <a:ext cx="27432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VP Engineering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MercadoLibre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5486400"/>
            <a:ext cx="27432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YC Alum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Expert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apps (iOS/Android)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Mexico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25603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8K users, $8K MRR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Recruiter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ATS integrations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Colombia launch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4389120"/>
            <a:ext cx="25603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 users, $15K MRR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interview coach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tier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Series A prep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389120"/>
            <a:ext cx="256032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 users, $25K MRR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60320" y="2560320"/>
            <a:ext cx="731520" cy="365760"/>
          </a:xfrm>
          <a:prstGeom prst="rightArrow">
            <a:avLst/>
          </a:prstGeom>
          <a:solidFill>
            <a:srgbClr val="212121"/>
          </a:solidFill>
          <a:ln/>
        </p:spPr>
      </p:sp>
      <p:sp>
        <p:nvSpPr>
          <p:cNvPr id="29" name="Shape 27"/>
          <p:cNvSpPr/>
          <p:nvPr/>
        </p:nvSpPr>
        <p:spPr>
          <a:xfrm>
            <a:off x="5394960" y="2560320"/>
            <a:ext cx="731520" cy="365760"/>
          </a:xfrm>
          <a:prstGeom prst="rightArrow">
            <a:avLst/>
          </a:prstGeom>
          <a:solidFill>
            <a:srgbClr val="212121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2027: Series A → US Hispanic Market Expansion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(Mobile, AI)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749040"/>
            <a:ext cx="182880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4480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3749040"/>
            <a:ext cx="182880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4480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(2 Engineers)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3749040"/>
            <a:ext cx="182880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06640" y="4480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Milestones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6126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15,000 MAU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6126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$15K MRR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6126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Break-even cash 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6126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countries (AR, MX, CO)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Together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11480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🤖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JobBot Technologies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jobbot.ar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investors@jobbot.ar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+54 11 XXXX XXXX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Buenos Aires, Argentina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6126480"/>
            <a:ext cx="4572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6126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Demo: jobbot.ar/investors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949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did not just build a job board. We built the autopilot for tech careers in LATAM."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JobBot Investor Pitch Deck</dc:title>
  <dc:subject>Seed Round - $350K</dc:subject>
  <dc:creator>JobBot Technologies</dc:creator>
  <cp:lastModifiedBy>JobBot Technologies</cp:lastModifiedBy>
  <cp:revision>1</cp:revision>
  <dcterms:created xsi:type="dcterms:W3CDTF">2026-04-01T15:56:31Z</dcterms:created>
  <dcterms:modified xsi:type="dcterms:W3CDTF">2026-04-01T15:56:31Z</dcterms:modified>
</cp:coreProperties>
</file>